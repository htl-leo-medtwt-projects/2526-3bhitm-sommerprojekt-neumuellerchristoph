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5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079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601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000000"/>
                </a:solidFill>
              </a:rPr>
              <a:t>🦎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D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Intresting Maps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Karten entdecken, erklärt von </a:t>
            </a:r>
            <a:r>
              <a:rPr lang="en-US" sz="1800" b="1" dirty="0">
                <a:solidFill>
                  <a:srgbClr val="F2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</a:t>
            </a:r>
            <a:r>
              <a:rPr lang="en-US" sz="1800" dirty="0">
                <a:solidFill>
                  <a:srgbClr val="8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 Axolotl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Intresting Maps?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100" dirty="0">
                <a:solidFill>
                  <a:srgbClr val="D7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Web-App, die spannende Karten in einem TikTok-artigen Feed zeigt — jede Karte erklärt von </a:t>
            </a:r>
            <a:r>
              <a:rPr lang="en-US" sz="2100" b="1" dirty="0">
                <a:solidFill>
                  <a:srgbClr val="F2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</a:t>
            </a:r>
            <a:r>
              <a:rPr lang="en-US" sz="2100" dirty="0">
                <a:solidFill>
                  <a:srgbClr val="D7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 Axolotl.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TECH-STACK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333756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1F2030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3630168"/>
            <a:ext cx="749808" cy="749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3616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651760" y="333756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1F2030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116" y="3630168"/>
            <a:ext cx="749808" cy="7498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1760" y="43616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800600" y="333756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1F2030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956" y="3630168"/>
            <a:ext cx="749808" cy="7498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00600" y="43616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949440" y="3337560"/>
            <a:ext cx="1874520" cy="1417320"/>
          </a:xfrm>
          <a:prstGeom prst="roundRect">
            <a:avLst>
              <a:gd name="adj" fmla="val 6452"/>
            </a:avLst>
          </a:prstGeom>
          <a:solidFill>
            <a:srgbClr val="1F2030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1796" y="3630168"/>
            <a:ext cx="749808" cy="7498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43616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Tabellen · MySQL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783080" cy="978408"/>
          </a:xfrm>
          <a:prstGeom prst="roundRect">
            <a:avLst>
              <a:gd name="adj" fmla="val 5607"/>
            </a:avLst>
          </a:prstGeom>
          <a:solidFill>
            <a:srgbClr val="1A1B26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5" name="Text 3"/>
          <p:cNvSpPr/>
          <p:nvPr/>
        </p:nvSpPr>
        <p:spPr>
          <a:xfrm>
            <a:off x="676656" y="140817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682496"/>
            <a:ext cx="1600200" cy="0"/>
          </a:xfrm>
          <a:prstGeom prst="line">
            <a:avLst/>
          </a:prstGeom>
          <a:noFill/>
          <a:ln w="12700">
            <a:solidFill>
              <a:srgbClr val="2C2E4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676656" y="1737360"/>
            <a:ext cx="15636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783080" cy="786384"/>
          </a:xfrm>
          <a:prstGeom prst="roundRect">
            <a:avLst>
              <a:gd name="adj" fmla="val 6977"/>
            </a:avLst>
          </a:prstGeom>
          <a:solidFill>
            <a:srgbClr val="1A1B26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9" name="Text 7"/>
          <p:cNvSpPr/>
          <p:nvPr/>
        </p:nvSpPr>
        <p:spPr>
          <a:xfrm>
            <a:off x="676656" y="277977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map_tags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1600200" cy="0"/>
          </a:xfrm>
          <a:prstGeom prst="line">
            <a:avLst/>
          </a:prstGeom>
          <a:noFill/>
          <a:ln w="12700">
            <a:solidFill>
              <a:srgbClr val="2C2E4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1" name="Text 9"/>
          <p:cNvSpPr/>
          <p:nvPr/>
        </p:nvSpPr>
        <p:spPr>
          <a:xfrm>
            <a:off x="676656" y="310896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map_id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tag_id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914400"/>
            <a:ext cx="1783080" cy="978408"/>
          </a:xfrm>
          <a:prstGeom prst="roundRect">
            <a:avLst>
              <a:gd name="adj" fmla="val 5607"/>
            </a:avLst>
          </a:prstGeom>
          <a:solidFill>
            <a:srgbClr val="1A1B26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3" name="Text 11"/>
          <p:cNvSpPr/>
          <p:nvPr/>
        </p:nvSpPr>
        <p:spPr>
          <a:xfrm>
            <a:off x="3785616" y="95097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225296"/>
            <a:ext cx="1600200" cy="0"/>
          </a:xfrm>
          <a:prstGeom prst="line">
            <a:avLst/>
          </a:prstGeom>
          <a:noFill/>
          <a:ln w="12700">
            <a:solidFill>
              <a:srgbClr val="2C2E4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5" name="Text 13"/>
          <p:cNvSpPr/>
          <p:nvPr/>
        </p:nvSpPr>
        <p:spPr>
          <a:xfrm>
            <a:off x="3785616" y="1280160"/>
            <a:ext cx="156362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map_id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2103120"/>
            <a:ext cx="1783080" cy="1362456"/>
          </a:xfrm>
          <a:prstGeom prst="roundRect">
            <a:avLst>
              <a:gd name="adj" fmla="val 4027"/>
            </a:avLst>
          </a:prstGeom>
          <a:solidFill>
            <a:srgbClr val="1A1B26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17" name="Text 15"/>
          <p:cNvSpPr/>
          <p:nvPr/>
        </p:nvSpPr>
        <p:spPr>
          <a:xfrm>
            <a:off x="3785616" y="213969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2414016"/>
            <a:ext cx="1600200" cy="0"/>
          </a:xfrm>
          <a:prstGeom prst="line">
            <a:avLst/>
          </a:prstGeom>
          <a:noFill/>
          <a:ln w="12700">
            <a:solidFill>
              <a:srgbClr val="2C2E4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19" name="Text 17"/>
          <p:cNvSpPr/>
          <p:nvPr/>
        </p:nvSpPr>
        <p:spPr>
          <a:xfrm>
            <a:off x="3785616" y="2468880"/>
            <a:ext cx="1563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0" y="3657600"/>
            <a:ext cx="1783080" cy="1170432"/>
          </a:xfrm>
          <a:prstGeom prst="roundRect">
            <a:avLst>
              <a:gd name="adj" fmla="val 4688"/>
            </a:avLst>
          </a:prstGeom>
          <a:solidFill>
            <a:srgbClr val="1A1B26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1" name="Text 19"/>
          <p:cNvSpPr/>
          <p:nvPr/>
        </p:nvSpPr>
        <p:spPr>
          <a:xfrm>
            <a:off x="3785616" y="369417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3968496"/>
            <a:ext cx="1600200" cy="0"/>
          </a:xfrm>
          <a:prstGeom prst="line">
            <a:avLst/>
          </a:prstGeom>
          <a:noFill/>
          <a:ln w="12700">
            <a:solidFill>
              <a:srgbClr val="2C2E4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3" name="Text 21"/>
          <p:cNvSpPr/>
          <p:nvPr/>
        </p:nvSpPr>
        <p:spPr>
          <a:xfrm>
            <a:off x="3785616" y="4023360"/>
            <a:ext cx="1563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map_id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92240" y="2194560"/>
            <a:ext cx="1783080" cy="1170432"/>
          </a:xfrm>
          <a:prstGeom prst="roundRect">
            <a:avLst>
              <a:gd name="adj" fmla="val 4688"/>
            </a:avLst>
          </a:prstGeom>
          <a:solidFill>
            <a:srgbClr val="1A1B26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25" name="Text 23"/>
          <p:cNvSpPr/>
          <p:nvPr/>
        </p:nvSpPr>
        <p:spPr>
          <a:xfrm>
            <a:off x="6620256" y="2231136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2505456"/>
            <a:ext cx="1600200" cy="0"/>
          </a:xfrm>
          <a:prstGeom prst="line">
            <a:avLst/>
          </a:prstGeom>
          <a:noFill/>
          <a:ln w="12700">
            <a:solidFill>
              <a:srgbClr val="2C2E40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7" name="Text 25"/>
          <p:cNvSpPr/>
          <p:nvPr/>
        </p:nvSpPr>
        <p:spPr>
          <a:xfrm>
            <a:off x="6620256" y="2560320"/>
            <a:ext cx="1563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D7D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440180" y="2350008"/>
            <a:ext cx="0" cy="393192"/>
          </a:xfrm>
          <a:prstGeom prst="line">
            <a:avLst/>
          </a:prstGeom>
          <a:noFill/>
          <a:ln w="19050">
            <a:solidFill>
              <a:srgbClr val="5A5D7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29" name="Shape 27"/>
          <p:cNvSpPr/>
          <p:nvPr/>
        </p:nvSpPr>
        <p:spPr>
          <a:xfrm>
            <a:off x="1408176" y="2318004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0" name="Shape 28"/>
          <p:cNvSpPr/>
          <p:nvPr/>
        </p:nvSpPr>
        <p:spPr>
          <a:xfrm>
            <a:off x="1408176" y="2711196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1" name="Shape 29"/>
          <p:cNvSpPr/>
          <p:nvPr/>
        </p:nvSpPr>
        <p:spPr>
          <a:xfrm>
            <a:off x="2331720" y="3136392"/>
            <a:ext cx="1325880" cy="0"/>
          </a:xfrm>
          <a:prstGeom prst="line">
            <a:avLst/>
          </a:prstGeom>
          <a:noFill/>
          <a:ln w="19050">
            <a:solidFill>
              <a:srgbClr val="5A5D7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2" name="Shape 30"/>
          <p:cNvSpPr/>
          <p:nvPr/>
        </p:nvSpPr>
        <p:spPr>
          <a:xfrm>
            <a:off x="2299716" y="3104388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4" name="Shape 32"/>
          <p:cNvSpPr/>
          <p:nvPr/>
        </p:nvSpPr>
        <p:spPr>
          <a:xfrm>
            <a:off x="4549140" y="1892808"/>
            <a:ext cx="0" cy="210312"/>
          </a:xfrm>
          <a:prstGeom prst="line">
            <a:avLst/>
          </a:prstGeom>
          <a:noFill/>
          <a:ln w="19050">
            <a:solidFill>
              <a:srgbClr val="5A5D7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5" name="Shape 33"/>
          <p:cNvSpPr/>
          <p:nvPr/>
        </p:nvSpPr>
        <p:spPr>
          <a:xfrm>
            <a:off x="4517136" y="1860804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6" name="Shape 34"/>
          <p:cNvSpPr/>
          <p:nvPr/>
        </p:nvSpPr>
        <p:spPr>
          <a:xfrm>
            <a:off x="4517136" y="2071116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7" name="Shape 35"/>
          <p:cNvSpPr/>
          <p:nvPr/>
        </p:nvSpPr>
        <p:spPr>
          <a:xfrm>
            <a:off x="4549140" y="3465576"/>
            <a:ext cx="0" cy="192024"/>
          </a:xfrm>
          <a:prstGeom prst="line">
            <a:avLst/>
          </a:prstGeom>
          <a:noFill/>
          <a:ln w="19050">
            <a:solidFill>
              <a:srgbClr val="5A5D7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38" name="Shape 36"/>
          <p:cNvSpPr/>
          <p:nvPr/>
        </p:nvSpPr>
        <p:spPr>
          <a:xfrm>
            <a:off x="4517136" y="3433572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39" name="Shape 37"/>
          <p:cNvSpPr/>
          <p:nvPr/>
        </p:nvSpPr>
        <p:spPr>
          <a:xfrm>
            <a:off x="4517136" y="3625596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0" name="Shape 38"/>
          <p:cNvSpPr/>
          <p:nvPr/>
        </p:nvSpPr>
        <p:spPr>
          <a:xfrm>
            <a:off x="5440680" y="1403604"/>
            <a:ext cx="1051560" cy="1211580"/>
          </a:xfrm>
          <a:prstGeom prst="line">
            <a:avLst/>
          </a:prstGeom>
          <a:noFill/>
          <a:ln w="19050">
            <a:solidFill>
              <a:srgbClr val="5A5D7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1" name="Shape 39"/>
          <p:cNvSpPr/>
          <p:nvPr/>
        </p:nvSpPr>
        <p:spPr>
          <a:xfrm>
            <a:off x="5408676" y="1371600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2" name="Shape 40"/>
          <p:cNvSpPr/>
          <p:nvPr/>
        </p:nvSpPr>
        <p:spPr>
          <a:xfrm>
            <a:off x="6460236" y="2583180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3" name="Shape 41"/>
          <p:cNvSpPr/>
          <p:nvPr/>
        </p:nvSpPr>
        <p:spPr>
          <a:xfrm flipV="1">
            <a:off x="5440680" y="2947041"/>
            <a:ext cx="1051560" cy="1295775"/>
          </a:xfrm>
          <a:prstGeom prst="line">
            <a:avLst/>
          </a:prstGeom>
          <a:noFill/>
          <a:ln w="19050">
            <a:solidFill>
              <a:srgbClr val="5A5D78"/>
            </a:solidFill>
            <a:prstDash val="solid"/>
          </a:ln>
        </p:spPr>
        <p:txBody>
          <a:bodyPr/>
          <a:lstStyle/>
          <a:p>
            <a:endParaRPr lang="de-AT"/>
          </a:p>
        </p:txBody>
      </p:sp>
      <p:sp>
        <p:nvSpPr>
          <p:cNvPr id="44" name="Shape 42"/>
          <p:cNvSpPr/>
          <p:nvPr/>
        </p:nvSpPr>
        <p:spPr>
          <a:xfrm>
            <a:off x="5408676" y="4210812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5" name="Shape 43"/>
          <p:cNvSpPr/>
          <p:nvPr/>
        </p:nvSpPr>
        <p:spPr>
          <a:xfrm>
            <a:off x="6460236" y="2912364"/>
            <a:ext cx="64008" cy="64008"/>
          </a:xfrm>
          <a:prstGeom prst="ellipse">
            <a:avLst/>
          </a:prstGeom>
          <a:solidFill>
            <a:srgbClr val="F2879B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46" name="Text 44"/>
          <p:cNvSpPr/>
          <p:nvPr/>
        </p:nvSpPr>
        <p:spPr>
          <a:xfrm>
            <a:off x="54864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r>
              <a:rPr lang="en-US" sz="11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Key      </a:t>
            </a:r>
            <a:r>
              <a:rPr lang="en-US" sz="1100" dirty="0">
                <a:solidFill>
                  <a:srgbClr val="F287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r>
              <a:rPr lang="en-US" sz="11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Foreign Key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Endpunkt, viele Actions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971800"/>
          </a:xfrm>
          <a:prstGeom prst="roundRect">
            <a:avLst>
              <a:gd name="adj" fmla="val 2951"/>
            </a:avLst>
          </a:prstGeom>
          <a:solidFill>
            <a:srgbClr val="1A1B26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713232" y="116128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932688" y="116128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1152144" y="116128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417320" y="104241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api.php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463040"/>
            <a:ext cx="768096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api.php?action=...   ein Endpunkt, viele Actions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$action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'maps'</a:t>
            </a:r>
            <a:r>
              <a:rPr lang="en-US" sz="12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00" i="1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alle Karten + ihre Tags */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'map'</a:t>
            </a:r>
            <a:r>
              <a:rPr lang="en-US" sz="12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00" i="1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eine Karte per ID */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'comments'</a:t>
            </a:r>
            <a:r>
              <a:rPr lang="en-US" sz="12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i="1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Kommentare einer Karte */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'votes'</a:t>
            </a:r>
            <a:r>
              <a:rPr lang="en-US" sz="12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i="1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Likes pro Karte zaehlen */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'tags'</a:t>
            </a:r>
            <a:r>
              <a:rPr lang="en-US" sz="12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00" i="1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alle Themen */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http_response_code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json_encode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'error'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2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'unbekannte action'</a:t>
            </a: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014216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8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einziges api.php routet per switch über ?action=… — eine Datei liefert dem Frontend alle Daten als JSON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D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Kommentare einer Karte laden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429000"/>
          </a:xfrm>
          <a:prstGeom prst="roundRect">
            <a:avLst>
              <a:gd name="adj" fmla="val 2500"/>
            </a:avLst>
          </a:prstGeom>
          <a:solidFill>
            <a:srgbClr val="1A1B26"/>
          </a:solidFill>
          <a:ln w="12700">
            <a:solidFill>
              <a:srgbClr val="2C2E40"/>
            </a:solidFill>
            <a:prstDash val="solid"/>
          </a:ln>
          <a:effectLst>
            <a:outerShdw blurRad="1778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de-AT"/>
          </a:p>
        </p:txBody>
      </p:sp>
      <p:sp>
        <p:nvSpPr>
          <p:cNvPr id="4" name="Shape 2"/>
          <p:cNvSpPr/>
          <p:nvPr/>
        </p:nvSpPr>
        <p:spPr>
          <a:xfrm>
            <a:off x="713232" y="111556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5" name="Shape 3"/>
          <p:cNvSpPr/>
          <p:nvPr/>
        </p:nvSpPr>
        <p:spPr>
          <a:xfrm>
            <a:off x="932688" y="111556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6" name="Shape 4"/>
          <p:cNvSpPr/>
          <p:nvPr/>
        </p:nvSpPr>
        <p:spPr>
          <a:xfrm>
            <a:off x="1152144" y="111556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de-AT"/>
          </a:p>
        </p:txBody>
      </p:sp>
      <p:sp>
        <p:nvSpPr>
          <p:cNvPr id="7" name="Text 5"/>
          <p:cNvSpPr/>
          <p:nvPr/>
        </p:nvSpPr>
        <p:spPr>
          <a:xfrm>
            <a:off x="1417320" y="9966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86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api.php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768096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api.php?action=comments&amp;map_id=4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$map_id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$_GET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'map_id'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</a:t>
            </a:r>
            <a:r>
              <a:rPr lang="en-US" sz="11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c.comment, c.created_at, u.username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FROM comments c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JOIN users u ON u.id = c.user_id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WHERE c.map_id = ?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c.created_at"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r>
              <a:rPr lang="en-US" sz="11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bind_param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"i"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$map_id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r>
              <a:rPr lang="en-US" sz="11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$comments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r>
              <a:rPr lang="en-US" sz="11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get_result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100" dirty="0">
                <a:solidFill>
                  <a:srgbClr val="89D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fetch_all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MYSQLI_ASSOC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AA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json_encode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F776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$comments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JSON_UNESCAPED_UNICODE</a:t>
            </a: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3982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8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map_id kommt aus der URL · das ? schützt vor SQL-Injection · JOIN holt den Usernamen aus der users-Tabelle dazu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D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r>
              <a:rPr lang="en-US" sz="5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🦎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Microsoft Office PowerPoint</Application>
  <PresentationFormat>Bildschirmpräsentation (16:9)</PresentationFormat>
  <Paragraphs>79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Intresting Maps</dc:title>
  <dc:subject>PptxGenJS Presentation</dc:subject>
  <dc:creator>Christoph</dc:creator>
  <cp:lastModifiedBy>Neumüller Christoph</cp:lastModifiedBy>
  <cp:revision>2</cp:revision>
  <dcterms:created xsi:type="dcterms:W3CDTF">2026-06-15T19:42:49Z</dcterms:created>
  <dcterms:modified xsi:type="dcterms:W3CDTF">2026-06-15T19:59:26Z</dcterms:modified>
</cp:coreProperties>
</file>